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Système d'Ingestion v2.0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de l'extraction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Nouvelles Fonctionnalités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multi-formats</a:t>
            </a:r>
          </a:p>
          <a:p>
            <a:pPr lvl="1"/>
            <a:r>
              <a:t>13 formats de fichiers</a:t>
            </a:r>
          </a:p>
          <a:p>
            <a:pPr lvl="1"/>
            <a:r>
              <a:t>Chunking sémantique intelligent</a:t>
            </a:r>
          </a:p>
          <a:p>
            <a:pPr lvl="1"/>
            <a:r>
              <a:t>Déduplication SHA256</a:t>
            </a:r>
          </a:p>
          <a:p>
            <a:pPr lvl="1"/>
            <a:r>
              <a:t>Métadonnées enrichies</a:t>
            </a:r>
          </a:p>
          <a:p>
            <a:pPr lvl="1"/>
            <a:r>
              <a:t>OCR avec Tesseract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